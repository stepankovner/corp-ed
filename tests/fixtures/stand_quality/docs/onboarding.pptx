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Проверьте, что у новичка до обеда есть ноутбук и учётная запись. Если нет — сразу звоните в ИТ-службу.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Если наставник уходит в отпуск, его временно заменяет координатор адаптации Ермолай Викторович Сушкин.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Обязательно расскажите про компенсацию занятий спортом: до 4 750 ₽ в месяц после окончания испытательного срока, заявление подаётся в отдел персонала.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Добро пожаловать в СТК!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Программа адаптации новых работников «Первые шаги»,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Ваш первый день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Приходите к 9:40 на ресепшн первого этажа — вас встретит офис-менеджер</a:t>
            </a:r>
          </a:p>
          <a:p>
            <a:pPr>
              <a:defRPr sz="2000"/>
            </a:pPr>
            <a:r>
              <a:t>Получите временный пропуск: он действует, пока изготавливается постоянный</a:t>
            </a:r>
          </a:p>
          <a:p>
            <a:pPr>
              <a:defRPr sz="2000"/>
            </a:pPr>
            <a:r>
              <a:t>Вводный инструктаж по охране труда — в кабинете 108, длительность 50 минут</a:t>
            </a:r>
          </a:p>
          <a:p>
            <a:pPr>
              <a:defRPr sz="2000"/>
            </a:pPr>
            <a:r>
              <a:t>Знакомство с наставником и командой, выдача ноутбука в ИТ-службе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Испытательный срок и наставник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Испытательный срок — 3 месяца, для руководителей — 6 месяцев</a:t>
            </a:r>
          </a:p>
          <a:p>
            <a:pPr>
              <a:defRPr sz="2000"/>
            </a:pPr>
            <a:r>
              <a:t>Наставник сопровождает вас первые 60 рабочих дней</a:t>
            </a:r>
          </a:p>
          <a:p>
            <a:pPr>
              <a:defRPr sz="2000"/>
            </a:pPr>
            <a:r>
              <a:t>Наставника назначает директор по персоналу</a:t>
            </a:r>
          </a:p>
          <a:p>
            <a:pPr>
              <a:defRPr sz="2000"/>
            </a:pPr>
            <a:r>
              <a:t>Встречи один на один с руководителем — раз в две недели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Обязательное обучение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Курсы проходят в системе дистанционного обучения «СТК-Академия»</a:t>
            </a:r>
          </a:p>
          <a:p>
            <a:pPr>
              <a:defRPr sz="2000"/>
            </a:pPr>
            <a:r>
              <a:t>Четыре курса: информационная безопасность, охрана труда, кодекс деловой этики, продукты компании</a:t>
            </a:r>
          </a:p>
          <a:p>
            <a:pPr>
              <a:defRPr sz="2000"/>
            </a:pPr>
            <a:r>
              <a:t>Срок прохождения — 30 календарных дней с даты выхода</a:t>
            </a:r>
          </a:p>
          <a:p>
            <a:pPr>
              <a:defRPr sz="2000"/>
            </a:pPr>
            <a:r>
              <a:t>После каждого курса — тест, проходной балл 85 %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Куда обращаться в первую неделю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554480"/>
          <a:ext cx="8412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Вопрос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Кто поможет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Контакт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Ноутбук, учётная запись, доступы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ИТ-служба, кабинет 314-Б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доб. 3141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Пропуск и рабочее место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Офис-менеджер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доб. 1207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Зарплатная карта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Бухгалтерия, расчётная группа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доб. 2604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Справки и кадровые документы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Отдел персонала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hr@stk-test.example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Полезное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Корпоративный портал — portal.stk-test.example: новости, заявки, личный кабинет</a:t>
            </a:r>
          </a:p>
          <a:p>
            <a:pPr>
              <a:defRPr sz="2000"/>
            </a:pPr>
            <a:r>
              <a:t>Обеденный перерыв — с 13:00 до 13:45</a:t>
            </a:r>
          </a:p>
          <a:p>
            <a:pPr>
              <a:defRPr sz="2000"/>
            </a:pPr>
            <a:r>
              <a:t>Кухня и кофе-поинт — на третьем этаже</a:t>
            </a:r>
          </a:p>
          <a:p>
            <a:pPr>
              <a:defRPr sz="2000"/>
            </a:pPr>
            <a:r>
              <a:t>Чат новичков в корпоративном мессенджере — «СТК Новички»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Остались вопросы?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Пишите координатору адаптации: adapt@stk-test.example</a:t>
            </a:r>
          </a:p>
          <a:p>
            <a:pPr>
              <a:defRPr sz="2000"/>
            </a:pPr>
            <a:r>
              <a:t>Удачного старта в СТК!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Добро пожаловать в СТК!</dc:title>
  <dc:subject/>
  <dc:creator>Отдел персонала СТК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